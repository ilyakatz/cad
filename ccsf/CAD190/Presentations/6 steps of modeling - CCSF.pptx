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E94C-E2FB-45A9-8944-3FE51A871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ED0AF-6589-4A13-B8E3-C36AB02A7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E8D80-3BB3-4CD6-82A6-DB5282ED9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BC96-BCF0-415F-B1C0-5A72DE29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73C9-B9BF-4F69-9BE9-6388F006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01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EC1D-91A4-4946-8A7F-FC5DB2F19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180E4-8CD4-4520-B5D5-96185CD2C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631CF-2C05-421D-8AC1-AEF9E9CE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EA256-236E-4560-9EAA-7184E219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AC147-894D-40AF-8505-0D8931AD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8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8F685-4EC9-459A-A607-0D6C2DDB1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BCCFF-A39A-417A-928C-F4F36B53C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B0195-A4E5-4ED1-8C21-3BE148BD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DE216-7364-48F2-9FF2-5951B6644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FCDEB-7325-49CE-8D7A-805C9AAE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7298-3060-438D-9013-31616960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2042-C045-4A13-BECE-CC138A4C5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CE3BF-FF72-4AEC-88DC-DEA49F565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4758A-8BDA-498A-B5B5-BC66D60CF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BD957-BEAE-4F18-A6DE-C8B6B14B4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72E0C-FAF7-4B0F-801F-7FD0450A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6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301A-A2C8-4DBB-B577-8F9301E48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C637D-B4A7-40FE-9C41-6F0C4ABA8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F3482-3691-49AB-98CB-2E448B5AE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BD417A-CA98-469C-88BF-742DE09D7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B29F0A-5BA5-4F7A-B76A-C3FC8C9BF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2FD2EB-D804-40BE-9160-63D2DF01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72F1F9-C464-4228-B7E0-F312D6A5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F63B7-DE7B-49F2-9A0A-C44D599B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12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65ED-984A-4F98-BBA5-0AEA6DD2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C5428-641D-43F4-8AE6-BC808642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A8FA6-C705-4841-947E-BAE5F800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A8158-0CAD-463C-8650-3076E1E4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93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889833-A1F2-4572-9D68-63653828A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F1379-A688-4E31-80C6-63EA6560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AF5CB-3290-416B-A947-47182C8A1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98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8FB0-A733-48F5-81CB-6EAF74E1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21583-35BD-4571-9BD1-60E5ECB02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4BAEA-0571-40CD-92FC-A4B2EE3C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22A46-A6F4-47CE-891A-EB0924B4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7E134-D88B-4AF5-A0B6-374FA7B5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4CC37-C07F-46A5-98D0-0A7F7D13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1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2F1E7-D67A-4F05-BA33-21E4AA45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8D5A2-0FCB-4C81-99D0-7A97B029D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AF139-7780-432C-BADE-8FB2C9E64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48998-9545-4306-AEAA-DCE23BFD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5AF72-C48C-4BA2-BA8B-DB380CBD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B2D54-19E7-405D-B12F-967DAF87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3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3694-F113-4CBF-9ED7-D8305EDF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168C3-20AF-4E21-A398-4259008E1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ADC3A-3391-4008-B185-591CE246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0CD9-4414-4FB4-A26C-21967713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BAB1E-8F11-4CA4-8D5F-9AEDBE3F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6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3F900-6AF3-46BE-8AB3-F13481243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6549E-0FBF-4390-9C6A-BF5D3DE8A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18EF6-1018-4246-A1EE-696ADF5D4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13A56-0BB4-4F41-850B-6A0F6337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A5A9-A146-4458-9066-5181471F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0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D9298-F0CD-478C-AE90-D9C46A8A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850C9-2D09-41E2-AFC2-D10265F7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00BFD-A374-43F1-B048-BD3F721DD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A4365-50A8-44FE-B2B4-2260DD1F471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99326-A39C-4D86-937C-0BEE9AA63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90483-0186-486A-A8D4-1B81E6EEE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EEA85-197C-49B3-AFCC-D5204B44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5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E5E3-3829-4680-9A97-29086666C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Modeling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9852E-5109-425C-9DD1-B7264AD133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SOLIDWORKS</a:t>
            </a:r>
          </a:p>
        </p:txBody>
      </p:sp>
    </p:spTree>
    <p:extLst>
      <p:ext uri="{BB962C8B-B14F-4D97-AF65-F5344CB8AC3E}">
        <p14:creationId xmlns:p14="http://schemas.microsoft.com/office/powerpoint/2010/main" val="335004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16A7-1693-4450-A2B0-69EFD8A5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six steps of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42DB9-DCAD-46C4-8DC9-790BCE637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 modeling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36" dirty="0"/>
              <a:t>Define an origin for the object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36" dirty="0"/>
              <a:t>Measure the different faces of the object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 a plane in SolidWorks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Start a new sketch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Draw the geometry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Tie the geometry to the origin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dimensions or relations (example “vertical” or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“perpendicular”)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the solid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02E67-889C-4A86-938D-4AA043BE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17A4-2312-4315-8D9B-182B237766FA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 descr="A black sign with white text&#10;&#10;Description automatically generated">
            <a:extLst>
              <a:ext uri="{FF2B5EF4-FFF2-40B4-BE49-F238E27FC236}">
                <a16:creationId xmlns:a16="http://schemas.microsoft.com/office/drawing/2014/main" id="{3F632B8D-9924-411A-AA32-662CA28E4F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097" y="88683"/>
            <a:ext cx="1480703" cy="109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32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Part Modeling </vt:lpstr>
      <vt:lpstr>The six steps of modeling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Modeling </dc:title>
  <dc:creator>Victor Eduardo Osorio Martinez</dc:creator>
  <cp:lastModifiedBy>Victor Eduardo Osorio Martinez</cp:lastModifiedBy>
  <cp:revision>1</cp:revision>
  <dcterms:created xsi:type="dcterms:W3CDTF">2025-09-10T15:50:42Z</dcterms:created>
  <dcterms:modified xsi:type="dcterms:W3CDTF">2025-09-10T15:59:40Z</dcterms:modified>
</cp:coreProperties>
</file>